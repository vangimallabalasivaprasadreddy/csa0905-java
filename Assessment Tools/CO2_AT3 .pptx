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71" r:id="rId4"/>
    <p:sldId id="272" r:id="rId5"/>
    <p:sldId id="260" r:id="rId6"/>
    <p:sldId id="273" r:id="rId7"/>
    <p:sldId id="274" r:id="rId8"/>
    <p:sldId id="267" r:id="rId9"/>
    <p:sldId id="276" r:id="rId10"/>
    <p:sldId id="27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90" d="100"/>
          <a:sy n="90" d="100"/>
        </p:scale>
        <p:origin x="125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A146-95A8-4562-AEFF-8FD41B55E138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1AD75-7005-4EFC-A34F-78480DDD9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468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9A58-3D78-4FA8-BF94-6C3C1341CEFD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997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97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AE09-80D5-4E02-9F06-8D98DCFE4FA7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85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ED53-853A-47BD-84C2-18BF5DC57F1D}" type="datetime1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210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980C-3F79-4CEA-BD55-15AE4273A115}" type="datetime1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84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86E2-20D8-4E00-AFE4-82BCEC8E14B8}" type="datetime1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33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95F9-498F-459C-804D-41EA37F892AB}" type="datetime1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01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785B-9865-4A09-BC36-87F43F0B4C29}" type="datetime1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181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0947-F312-446B-AFB2-8C4FC3B1C3B3}" type="datetime1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032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A6F7-537B-46A3-9FA5-3D26D6FC232D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9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8BEA1-F09E-431C-8DC3-12129F8158C3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480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55B21-4805-4598-A613-FE42E94D3A47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D11E9-5EAC-4F13-AC0C-3E7245AD39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96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" TargetMode="External"/><Relationship Id="rId13" Type="http://schemas.openxmlformats.org/officeDocument/2006/relationships/hyperlink" Target="https://developers.google.com/machine-learning/crash-course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vidyalakshmi.co.in/" TargetMode="External"/><Relationship Id="rId12" Type="http://schemas.openxmlformats.org/officeDocument/2006/relationships/hyperlink" Target="https://archive.ics.uci.edu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uddy4study.com/" TargetMode="External"/><Relationship Id="rId11" Type="http://schemas.openxmlformats.org/officeDocument/2006/relationships/hyperlink" Target="https://www.kaggle.com/" TargetMode="External"/><Relationship Id="rId5" Type="http://schemas.openxmlformats.org/officeDocument/2006/relationships/hyperlink" Target="https://www.aicte-india.org/" TargetMode="External"/><Relationship Id="rId10" Type="http://schemas.openxmlformats.org/officeDocument/2006/relationships/hyperlink" Target="https://link.springer.com/" TargetMode="External"/><Relationship Id="rId4" Type="http://schemas.openxmlformats.org/officeDocument/2006/relationships/hyperlink" Target="https://scholarships.gov.in/" TargetMode="External"/><Relationship Id="rId9" Type="http://schemas.openxmlformats.org/officeDocument/2006/relationships/hyperlink" Target="https://www.sciencedirec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40" y="352930"/>
            <a:ext cx="602567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1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135368" y="314235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550" y="204975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08562B-7736-CCE6-EC05-045FC1C0D0A5}"/>
              </a:ext>
            </a:extLst>
          </p:cNvPr>
          <p:cNvSpPr txBox="1"/>
          <p:nvPr/>
        </p:nvSpPr>
        <p:spPr>
          <a:xfrm>
            <a:off x="1205880" y="2348880"/>
            <a:ext cx="68945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Scholarship Eligibility and Application Recommendation Portal</a:t>
            </a:r>
            <a:endParaRPr lang="en-I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375DD-3123-B6C3-357C-98FDFBD156A0}"/>
              </a:ext>
            </a:extLst>
          </p:cNvPr>
          <p:cNvSpPr txBox="1"/>
          <p:nvPr/>
        </p:nvSpPr>
        <p:spPr>
          <a:xfrm>
            <a:off x="4499992" y="4509120"/>
            <a:ext cx="518457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VANGIMALLA BALA SIVA PRASAD REDDY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(192424316)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MOHAMED IMRAAN S (192424001)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ALLEN GABRIEL M  (192421089)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DE3F76-7538-7E01-EBC6-CB3A24A20995}"/>
              </a:ext>
            </a:extLst>
          </p:cNvPr>
          <p:cNvSpPr txBox="1"/>
          <p:nvPr/>
        </p:nvSpPr>
        <p:spPr>
          <a:xfrm>
            <a:off x="467544" y="4653136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Sivasanker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</a:p>
        </p:txBody>
      </p:sp>
    </p:spTree>
    <p:extLst>
      <p:ext uri="{BB962C8B-B14F-4D97-AF65-F5344CB8AC3E}">
        <p14:creationId xmlns:p14="http://schemas.microsoft.com/office/powerpoint/2010/main" val="288633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500" y="1589071"/>
            <a:ext cx="8826500" cy="452596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scholarship portals provide only basic search and application services.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find it difficult to identify scholarships that match their profile.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provide limited or non-personalized recommendations.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still spend time checking eligibility for multiple scholarships.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AI-driven portal can provide accurate eligibility prediction and personalized scholarship recommendations.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36A4-A3DD-416C-992D-1B3393A6BC2C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2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992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E42F4-5123-DE0B-808D-A2C8E944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6CC2-313B-CA9E-FF03-53EE658FA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0BFA2-9A54-7221-4CA8-7963797D0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255" y="1830387"/>
            <a:ext cx="8826500" cy="452596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scholarship portals do not always provide personalized recommendations.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Eligibility checking across different scholarships can be time-consuming.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miss suitable scholarships due to complex eligibility criteria.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applications through different portals is inconvenient.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AI-driven recommendation portal can simplify scholarship discovery and improve application success.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098A0-BCA9-EFB7-78D5-CA40478B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36A4-A3DD-416C-992D-1B3393A6BC2C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906E5-E42A-C71C-8E91-07E91C78F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3</a:t>
            </a:fld>
            <a:endParaRPr lang="en-IN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1C7661DE-2F39-919C-0371-FF4DD3F62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>
            <a:extLst>
              <a:ext uri="{FF2B5EF4-FFF2-40B4-BE49-F238E27FC236}">
                <a16:creationId xmlns:a16="http://schemas.microsoft.com/office/drawing/2014/main" id="{37241B19-8702-8DB4-8BAB-D4F318B86C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5543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9D2F-E9FD-D6D7-D3E5-6238613C0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4010E-E132-C9ED-F133-BF409375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32B9-ED1E-6CEE-22E4-F2FC84BB4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30387"/>
            <a:ext cx="8826500" cy="452596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student profile that stores academic and personal details.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scholarship eligibility based on the student's profile.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suitable scholarships using AI-based analysis.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the scholarship application process through a single platform.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more students apply for scholarships and reduce missed opportunities.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9C60A-4591-C660-E492-2DC873ECE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36A4-A3DD-416C-992D-1B3393A6BC2C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46677-FCFC-F9F9-2001-2B61B144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8275A382-2428-ED41-21DD-1FBE57B5E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>
            <a:extLst>
              <a:ext uri="{FF2B5EF4-FFF2-40B4-BE49-F238E27FC236}">
                <a16:creationId xmlns:a16="http://schemas.microsoft.com/office/drawing/2014/main" id="{0F2768F2-6E0C-0ACF-E424-F84EED58D8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7275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278"/>
            <a:ext cx="8229600" cy="1143000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</a:t>
            </a:r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ature Review</a:t>
            </a:r>
            <a:endParaRPr lang="en-IN" sz="3200" dirty="0">
              <a:solidFill>
                <a:srgbClr val="C00000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641216"/>
              </p:ext>
            </p:extLst>
          </p:nvPr>
        </p:nvGraphicFramePr>
        <p:xfrm>
          <a:off x="472716" y="1268278"/>
          <a:ext cx="8372834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2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8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596">
                <a:tc>
                  <a:txBody>
                    <a:bodyPr/>
                    <a:lstStyle/>
                    <a:p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paper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</a:t>
                      </a:r>
                      <a:r>
                        <a:rPr lang="en-IN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Published Year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 /Techniques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516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Scholarship Recommendation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Learning, Student Profile Analysis, Recommendation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05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Student Scholarship Management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Eligibility Prediction, Web Application, Database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05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for Educational Decision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ScienceDirect,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Algorithms, Student Data Analysis, Prediction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088300"/>
                  </a:ext>
                </a:extLst>
              </a:tr>
              <a:tr h="75605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Scholarship Portal Using Artificial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Recommendation Engine, User Authentication,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565939"/>
                  </a:ext>
                </a:extLst>
              </a:tr>
              <a:tr h="75605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Scholarship Management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Tracking, Notification System, Database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572356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70637"/>
            <a:ext cx="2133600" cy="365125"/>
          </a:xfrm>
        </p:spPr>
        <p:txBody>
          <a:bodyPr/>
          <a:lstStyle/>
          <a:p>
            <a:fld id="{D36F4CBB-8351-44CA-A060-F381FFD1AC0D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70637"/>
            <a:ext cx="2133600" cy="365125"/>
          </a:xfrm>
        </p:spPr>
        <p:txBody>
          <a:bodyPr/>
          <a:lstStyle/>
          <a:p>
            <a:fld id="{DDAD11E9-5EAC-4F13-AC0C-3E7245AD3959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764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B5457-907A-6E0B-E83F-C06F1214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9CFDF-AB9E-7D91-D323-93FC48BB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9325A-BBDA-42CA-526B-DA71D473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36A4-A3DD-416C-992D-1B3393A6BC2C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81FD1-915D-C8E5-54CD-02A8AEF2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6EFDCC49-A9D3-8377-0840-78636AB30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>
            <a:extLst>
              <a:ext uri="{FF2B5EF4-FFF2-40B4-BE49-F238E27FC236}">
                <a16:creationId xmlns:a16="http://schemas.microsoft.com/office/drawing/2014/main" id="{E0CC79A6-5392-71AE-2DC2-DD7F30FD7C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5E829CB3-552D-ACAF-901B-5A2EBFFF1D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7271501"/>
              </p:ext>
            </p:extLst>
          </p:nvPr>
        </p:nvGraphicFramePr>
        <p:xfrm>
          <a:off x="457200" y="1716246"/>
          <a:ext cx="8229600" cy="39319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51938392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92164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5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list of scholarships.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Recommends scholarships based on the student's profile.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26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Eligibility checking is limited or manual for many schemes.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predicts eligibility automatically.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400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Recommendations are not fully personalized.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recommendations using AI.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309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tracking is limited.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 application tracking with status updates.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911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notification support.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Timely notifications and reminders.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197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search features.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filtering and AI-based recommendations.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63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555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FBB4B-A56A-CFEF-D703-82824D7B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AF34-3EFC-E316-D09A-A4E94A41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2AB4A-9120-8BB3-BBA1-0C4F14FD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36A4-A3DD-416C-992D-1B3393A6BC2C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61AF1-6AD7-7A23-C285-5DC65A52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4DD52B65-FD8C-C05E-B8C0-B185C74BB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>
            <a:extLst>
              <a:ext uri="{FF2B5EF4-FFF2-40B4-BE49-F238E27FC236}">
                <a16:creationId xmlns:a16="http://schemas.microsoft.com/office/drawing/2014/main" id="{40D37BDC-A688-DE3F-6BA3-5C46F43FFC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D1AF50-E14D-FFCE-B44C-038B4CD1757F}"/>
              </a:ext>
            </a:extLst>
          </p:cNvPr>
          <p:cNvSpPr txBox="1"/>
          <p:nvPr/>
        </p:nvSpPr>
        <p:spPr>
          <a:xfrm>
            <a:off x="625890" y="1570038"/>
            <a:ext cx="37444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Laptop/Desktop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i3 Processor or above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GB RAM or above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GB Free Storage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6D304-8EF0-AE63-25A9-247F874A752A}"/>
              </a:ext>
            </a:extLst>
          </p:cNvPr>
          <p:cNvSpPr txBox="1"/>
          <p:nvPr/>
        </p:nvSpPr>
        <p:spPr>
          <a:xfrm>
            <a:off x="625890" y="3645024"/>
            <a:ext cx="38562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10/11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IDEA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B213EA-F406-B28D-2C57-14A3F603D05B}"/>
              </a:ext>
            </a:extLst>
          </p:cNvPr>
          <p:cNvSpPr txBox="1"/>
          <p:nvPr/>
        </p:nvSpPr>
        <p:spPr>
          <a:xfrm>
            <a:off x="4375407" y="157003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/ APIs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Academic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Scholarship Eligibility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Scholarship Portal Data</a:t>
            </a:r>
          </a:p>
        </p:txBody>
      </p:sp>
    </p:spTree>
    <p:extLst>
      <p:ext uri="{BB962C8B-B14F-4D97-AF65-F5344CB8AC3E}">
        <p14:creationId xmlns:p14="http://schemas.microsoft.com/office/powerpoint/2010/main" val="3785361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Architecture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619-B913-4657-B071-21FA56DC5944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5AE3B08-C2B1-E4D0-0C97-34BA488F9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19163" y="1105693"/>
            <a:ext cx="7448549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89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A4528-60AB-F5DE-72F6-ECA30079B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6522-1B74-449A-B136-81BBBE969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FD17F-18B1-73AC-67EC-89EE456F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630" y="6492875"/>
            <a:ext cx="2133600" cy="365125"/>
          </a:xfrm>
        </p:spPr>
        <p:txBody>
          <a:bodyPr/>
          <a:lstStyle/>
          <a:p>
            <a:fld id="{0FFCD619-B913-4657-B071-21FA56DC5944}" type="datetime1">
              <a:rPr lang="en-IN" smtClean="0"/>
              <a:t>07-08-2026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ADD37-8CFE-A2B0-BDF4-A418AB29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1A2FF91B-EF17-4095-0E58-17AF1E551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>
            <a:extLst>
              <a:ext uri="{FF2B5EF4-FFF2-40B4-BE49-F238E27FC236}">
                <a16:creationId xmlns:a16="http://schemas.microsoft.com/office/drawing/2014/main" id="{D7F634DE-06A5-2043-3D6C-0AB212F408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7F052E-0A08-0476-16EB-22006EA662BA}"/>
              </a:ext>
            </a:extLst>
          </p:cNvPr>
          <p:cNvSpPr txBox="1"/>
          <p:nvPr/>
        </p:nvSpPr>
        <p:spPr>
          <a:xfrm>
            <a:off x="639499" y="3739758"/>
            <a:ext cx="61543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Breakdown Structure (WBS)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Development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Database Integration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Deployment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38DD4-83F1-0423-7FF7-7EFFE6DB1679}"/>
              </a:ext>
            </a:extLst>
          </p:cNvPr>
          <p:cNvSpPr txBox="1"/>
          <p:nvPr/>
        </p:nvSpPr>
        <p:spPr>
          <a:xfrm>
            <a:off x="683568" y="10135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98FDED-6C46-0578-06CD-83A098891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568018"/>
              </p:ext>
            </p:extLst>
          </p:nvPr>
        </p:nvGraphicFramePr>
        <p:xfrm>
          <a:off x="625104" y="1600200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59283115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58112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420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Incomplete student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input before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301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AI recommendations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and test the model with quality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 or database failure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 regular backups and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284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 in project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Follow the planned project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470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369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B1FF-90B6-E433-DBBD-3CBB231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09D67-3950-5C94-43C2-9944E1BBA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0F337-ABCF-73BD-40D4-834C63AB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36A4-A3DD-416C-992D-1B3393A6BC2C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705D3-1C67-3C66-EF50-EAE20B77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11E9-5EAC-4F13-AC0C-3E7245AD3959}" type="slidenum">
              <a:rPr lang="en-IN" smtClean="0"/>
              <a:t>10</a:t>
            </a:fld>
            <a:endParaRPr lang="en-IN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5ECDC6D-D192-DE00-C271-BFD08FA5E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"/>
          <a:stretch>
            <a:fillRect/>
          </a:stretch>
        </p:blipFill>
        <p:spPr bwMode="auto">
          <a:xfrm>
            <a:off x="0" y="0"/>
            <a:ext cx="919163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1">
            <a:extLst>
              <a:ext uri="{FF2B5EF4-FFF2-40B4-BE49-F238E27FC236}">
                <a16:creationId xmlns:a16="http://schemas.microsoft.com/office/drawing/2014/main" id="{274751CB-12AE-CD3B-30F6-A907D8CE32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98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284151-89A5-DCA6-47E9-D375351CF8A8}"/>
              </a:ext>
            </a:extLst>
          </p:cNvPr>
          <p:cNvSpPr txBox="1"/>
          <p:nvPr/>
        </p:nvSpPr>
        <p:spPr>
          <a:xfrm>
            <a:off x="601748" y="1247259"/>
            <a:ext cx="842493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Ministry of Education, Government of India,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Scholarship Portal (NSP)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https://scholarships.gov.in/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AICTE,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Pragati, Saksham and AICTE Scholarship Schemes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https://www.aicte-india.org/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Buddy4Study,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Scholarship Search and Application Portal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https://www.buddy4study.com/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Vidya Lakshmi Portal,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Loan and Scholarship Portal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https://www.vidyalakshmi.co.in/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Xplore Digital Library,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 Education: A Review of Machine Learning Applications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Elsevier ScienceDirect,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Applications in Higher Education and Student Decision Support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SpringerLink,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for Educational Decision Support Systems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UCI Machine Learning Repository,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Data 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https://archive.ics.uci.edu/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AI,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Crash Course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https://developers.google.com/machine-learning/crash-course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605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760</Words>
  <Application>Microsoft Office PowerPoint</Application>
  <PresentationFormat>On-screen Show (4:3)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Problem Background</vt:lpstr>
      <vt:lpstr>Problem Statement</vt:lpstr>
      <vt:lpstr>Objectives</vt:lpstr>
      <vt:lpstr>Literature Review</vt:lpstr>
      <vt:lpstr>Existing vs Proposed System</vt:lpstr>
      <vt:lpstr>Requirements</vt:lpstr>
      <vt:lpstr>Architecture</vt:lpstr>
      <vt:lpstr>Planning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Mohamed Imraan</cp:lastModifiedBy>
  <cp:revision>24</cp:revision>
  <dcterms:created xsi:type="dcterms:W3CDTF">2025-07-30T03:30:29Z</dcterms:created>
  <dcterms:modified xsi:type="dcterms:W3CDTF">2026-08-07T01:13:20Z</dcterms:modified>
</cp:coreProperties>
</file>